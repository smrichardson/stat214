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214 Spring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14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3.3: Interpretation with SHAP &amp; LIME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4/24/2026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GSI: Sean Richardson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reminders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3.2 check-in due tonight, 11:59pm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due 11:59pm, May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 interpretation guide posted on the website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guides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smrichardson.github.io/stat214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Reference Guide  ·  Lab 3.3 Interpretation Guide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in Lab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128016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109728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BoW, Word2Vec, GloVe → ridge →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+ LoRA → ridge → compare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43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tonight!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SHAP/LIME interpretation + final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2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focus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outline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post-hoc interpretation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SHAP: how they 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pattern for Lab 3.3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+ broader context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+ lab work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 (5/1):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+ RL for LLMs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read the ridge weights?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fit ridge regression with BERT embeddings.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weight vector is β̂ ∈ ℝ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³⁰⁷²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look at β̂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₂₃₇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It’s 0.42.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that mean?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read the ridge weights?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embedding.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Bag-of-Words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= a specific word. β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₂₃₇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you: "how much does word 237 affect BOLD at this voxel." Interpretable by design.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representations. Dimension 237 encodes a mix of many features at once ("superposition" / polysemanticity). No single dimension corresponds to a word or concept.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Aside: this actually works because of near-orthogonality in high dimensions (Johnson-Lindenstrauss). 768 dimensions can separate far more than 768 concepts. But the cost is that individual weights aren’t readable.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why not just use BoW?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bag-of-words gives you interpretable weights and BERT doesn’t, why did we just spend two weeks building BERT pipelines?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what are the tradeoffs?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why not just use BoW?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an interpretable model that doesn’t predict well is useless.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BoW ridge gets CC ≈ 0.02 on a voxel and BERT ridge gets CC ≈ 0.3, the BoW model is wrong about that voxel. Reading its weights tells you about the model’s mistakes, not about the brain.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 in PCS: predictability is a prerequisite for interpretation. You need a model that actually captures the relationship before the interpretation means anything.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chose the model that predicts better (BERT), and now we need post-hoc tools to understand what it learned.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also a nice example of the bias-variance-interpretability tradeoff they’re seeing in their linear models class.)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Post-hoc interpretability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isn’t interpretable by design, we apply methods after training. Molnar’s taxonomy: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individual predictions.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model as a black box.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LIME, SHAP, ceteris paribus,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counterfactual explanations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overall model behavior.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model as a black box.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PDP, ALE, permutation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 the model’s 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directly.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weights, saliency maps,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features, circuits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lab we’re using LIME and SHAP: model-agnostic, local methods. They explain individual predictions without looking inside the model.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from Molnar, Interpretable Machine Learning (christophm.github.io/interpretable-ml-book)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LIME and SHAP work (the shared idea)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perturbation-based: change the input, observe how the prediction changes, attribute importance to each input feature.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version of this is a ceteris paribus plot: vary one feature, hold all others fixed, plot the prediction. That’s a separate technique (Ch. 12 of Molnar) and not what we’re doing.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are more sophisticated. They perturb multiple inputs simultaneously, and they differ in how they perturb and how they aggregate.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lab: the “input” is the story text, the “model” is the full pipeline (embed → downsample → delays → ridge), and the “output” is the predicted BOLD signal at a specific voxel.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experiment: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 randomly deleted words from a story, re-ran the pipeline, and watched how the prediction changed for a given voxel?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that tell you? What would you do with all those (perturbed text, prediction) pairs?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LIME: Local Interpretable Model-agnostic Explanations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basically what LIME does. Fit a simple model to the perturbation data: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56032" cy="256032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original text + its prediction for a specific voxel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256032" cy="256032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~100 perturbed versions by randomly deleting words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256032" cy="256032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78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through the full pipeline, get predictions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256032" cy="256032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weighted linear model (closer perturbations weighted more)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56032" cy="256032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474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surrogate’s coefficients = word importance scores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linear approximation only needs to be accurate near the original input, not globally. That’s the “local” in LIME.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LIME to SHAP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deletes words entirely to perturb the input.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32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dog ran quickly" → "The ran quickly"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might this be a problem for a model like BERT?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SHAP: SHapley Additive exPlanations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changes the sequence length and shifts all positions. BERT is position-sensitive, so this can distort the model’s behavior in ways unrelated to the removed word.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instead replaces words with [MASK], preserving sequence length and positions.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Shapley value idea (from game theory):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words as players in a cooperative game. The “payout” is the prediction. Each word’s importance is its average marginal contribution across all possible subsets of words.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evaluating all 2ⁿ subsets is intractable, so SHAP uses approximations. Still slower than LIME, but has nicer theoretical properties (additive, consistent).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Given the masking vs deletion difference, what kinds of words do you think each method would highlight?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 vs SHAP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words (changes length)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Masks with [MASK] (preserves position)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Tends to highlight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words (semantically rich)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words, discourse markers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linear approximation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Shapley values (axiomatic)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vary across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requires both. Words important under both methods are more trustworthy. The differences themselves are worth discussing in your report.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might SHAP pick up function words more than LIME does?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detail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importance scores tell you about which prediction, exactly?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 about it: what did you pass to the explainer?)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instance-specific explanations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explain a specific prediction, not the model globally. "Word X is important for voxel Y </a:t>
            </a:r>
            <a:pPr indent="0" marL="0">
              <a:buNone/>
            </a:pPr>
            <a:r>
              <a:rPr lang="en-US" sz="15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particular story</a:t>
            </a:r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— not “word X is always important.”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Lab 3.3: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held-out test story (for a given subject)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voxels where the model predicts well on that 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SHAP/LIME on those specific (story, voxel) pairs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 second test story to check stability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interpret well-predicted voxels.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gets CC ≈ 0 on a voxel, the attributions for that voxel are noise. P before 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wrapper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expect f(text) → number. Our model is a ridge regression on delayed, downsampled embeddings. We need a wrapper that encapsulates the whole pipeline: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8046720" cy="2286000"/>
          </a:xfrm>
          <a:prstGeom prst="rect">
            <a:avLst/>
          </a:prstGeom>
          <a:solidFill>
            <a:srgbClr val="F5F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fMRI_Predictor: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ridge_model, tokenizer, bert_model,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data_times, tr_times, voxel_index):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Store all pipeline components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predict(self, texts):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texts: list of perturbed strings from SHAP/LIME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text in texts: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embeddings = get_bert_embeddings(text)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downsampled = lanczos_downsample(embeddings)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delayed = make_delayed(downsampled, [1,2,3,4])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 = self.ridge_model.predict(delayed)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predictions_for_target_voxel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perturb the text, pass each version through the wrapper, and observe what changes.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tips for 3.3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perturbation = a BERT forward pass. For 100 LIME samples on one voxel, that’s 100 forward passes. Run on GPU via sbatch.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voxels: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top 1% by CC on the test story. Don’t waste compute interpreting voxels where the model fails.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methods: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top-10 words from each method for the same voxel. Where do they agree? Do the differences make sense?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second test story. Do the same brain regions show up? Are the important words thematically consistent?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BertModel, not BertForMaskedLM: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needs hidden states (768-dim), not logits (30K-dim). Same issue as 3.2.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kind of interpretability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ask: “which inputs matter for this prediction?”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interpretability asks: “how does the model compute its answer?”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goal. For our lab (predicting fMRI), post-hoc attribution makes sense: we want to know which words drive predictions. For understanding generative models like GPT, people often want to reverse-engineer the internal algorithm: what circuits implement what behaviors? That uses different tools (SAEs, activation patching, probing).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Interpretability Reading 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Fridays, Latimer 120. We read papers on mech interp, SAEs, and related topics. All welcome!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session (5/1)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+ RL for LLMs (overview of both)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inference: potential outcomes, DAGs, identification strategies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 LLMs: RLHF, RLAIF, DeepSeek-style reasoning 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2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report reminders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May 8, 11:59pm (push to GitHub, no late submissions)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pages max (bibliography and honor statement don’t count)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ridge models as .pkl in your results directory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embeddings: BoW, Word2Vec, GloVe, BERT, BERT+LoRA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time — I’m here to help with 3.3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214 Week 14 Discussion: SHAP &amp; LIME</dc:title>
  <dc:subject>PptxGenJS Presentation</dc:subject>
  <dc:creator>Sean Richardson</dc:creator>
  <cp:lastModifiedBy>Sean Richardson</cp:lastModifiedBy>
  <cp:revision>1</cp:revision>
  <dcterms:created xsi:type="dcterms:W3CDTF">2026-04-20T02:25:20Z</dcterms:created>
  <dcterms:modified xsi:type="dcterms:W3CDTF">2026-04-20T02:25:20Z</dcterms:modified>
</cp:coreProperties>
</file>